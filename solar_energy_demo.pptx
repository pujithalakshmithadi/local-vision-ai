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Solar Energy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69848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9875520" cy="3931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solar energy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sunlight can be converted into electricity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and practical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Local Vision AI  |  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Solar Energy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69848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9875520" cy="3931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panels capture sunlight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Photovoltaic cells convert light into electrical energy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inverter converts electricity into a usable 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Local Vision AI  |  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Benefits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69848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9875520" cy="3931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Renewable source of energy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reduce dependence on fossil fuels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no direct greenhouse gas emissions during operation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Local Vision AI  |  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69848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9875520" cy="3931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Electricity production depends on sunlight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Installation can have an upfront cost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storage may be needed for use at night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Local Vision AI  |  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69848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9875520" cy="3931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energy is an important renewable energy option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suitability depends on location, cost, and energy needs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system design helps improve its usefulness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Local Vision AI  |  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Local Vision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Energy</dc:title>
  <dc:subject>Generated from webpage content</dc:subject>
  <dc:creator>Local Vision AI</dc:creator>
  <cp:lastModifiedBy>Local Vision AI</cp:lastModifiedBy>
  <cp:revision>1</cp:revision>
  <dcterms:created xsi:type="dcterms:W3CDTF">2026-10-23T13:39:02Z</dcterms:created>
  <dcterms:modified xsi:type="dcterms:W3CDTF">2026-10-23T13:39:02Z</dcterms:modified>
</cp:coreProperties>
</file>