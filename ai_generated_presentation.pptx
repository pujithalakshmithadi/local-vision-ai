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are discussing solar energy, which is a clean and renewable resource. We will cover what it is, how the conversion process works, and why it is becoming an important part of our future energy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fundamental principle of solar energy is simple: sunlight. Solar panels are the devices that capture this light and efficiently convert it directly into usable electricity. This conversion mechanism is what makes solar power practical for homes and industries.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crucial aspects of solar energy is that it is renewable. Because the sun provides a constant, unending supply of energy, solar power is sustainable. This characteristic is what makes it a vital component in transitioning toward a greener energy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solar energy is renewable, its production is not guaranteed 24/7. Solar electricity production is directly dependent on sunlight and local weather conditions. Therefore, factors like cloud cover and intensity play a major role in determining the energy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solar power is a powerful tool for environmental sustainability. By utilizing this clean energy, we can significantly reduce our dependence on traditional fossil fuels. Solar technology is a key component in building a stable and cleaner energy future for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Solar Energy: Harnessing the Power of the Sun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Solar Energy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618488"/>
            <a:ext cx="777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energy originates directly from sunlight.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panels are the key technology used for conversion.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power offers a sustainable alternative for energy production.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This presentation will explore how solar energy works and its benefits.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by Local Vision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19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Solar Energy: Harnessing the Power of the Sun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Solar Power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618488"/>
            <a:ext cx="777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Sunlight is the source of solar energy.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panels are designed to convert sunlight into electricity.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This conversion process makes solar energy accessible.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The panels capture radiant energy from the sun.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by Local Vision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19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Solar Energy: Harnessing the Power of the Sun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Renewable Nature of Solar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618488"/>
            <a:ext cx="777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energy is classified as a renewable resource.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Unlike finite resources, the sun provides a continuous supply.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This makes solar power a long-term, sustainable solution.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It helps reduce our reliance on non-renewable sources.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by Local Vision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19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Solar Energy: Harnessing the Power of the Sun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Factors Affecting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618488"/>
            <a:ext cx="777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Electricity production relies heavily on sunlight availability.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Weather conditions significantly impact how much solar energy is generated.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Consistent sunlight and favorable weather are essential for efficient power generation.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We must consider these variables when planning solar projects.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by Local Vision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19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926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Solar Energy: Harnessing the Power of the Sun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Conclusion: Reducing Fossil Fuel Dependence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618488"/>
            <a:ext cx="777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38528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power offers a pathway to reduce dependence on fossil fuels.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It provides a clean and environmentally friendly energy source.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602736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Solar technology represents a powerful step toward sustainable energy.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1056132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634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Embracing solar power secures a cleaner energy future.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6327648"/>
            <a:ext cx="109728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64190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by Local Vision 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419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Local Vision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Solar Energy: Harnessing the Power of the Sun</dc:title>
  <dc:subject>AI-generated webpage presentation</dc:subject>
  <dc:creator>Local Vision AI</dc:creator>
  <cp:lastModifiedBy>Local Vision AI</cp:lastModifiedBy>
  <cp:revision>1</cp:revision>
  <dcterms:created xsi:type="dcterms:W3CDTF">2026-10-23T14:36:55Z</dcterms:created>
  <dcterms:modified xsi:type="dcterms:W3CDTF">2026-10-23T14:36:55Z</dcterms:modified>
</cp:coreProperties>
</file>