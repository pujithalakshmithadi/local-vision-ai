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will explore solar energy, which harnesses the power of the sun. It is a key resource that is rapidly becoming essential for sustainable power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conversion process is simple: solar panels capture the sunlight and transform that radiant energy into electrical current. This mechanism is what makes solar power so efficient and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biggest benefits of solar power is that it is renewable and significantly reduces our reliance on finite fossil fuels. However, production is not guaranteed; it is highly dependent on sunlight, weather, and the performance of the panels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Solar energy is versatile and applicable everywhere. From powering individual homes to large commercial operations and educational institutions, solar technology offers a scalable solution for energy needs across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VISION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3737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3737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 Solar Energy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energy is fundamentally derived from sunlight.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mechanism involves converting sunlight directly into usable electricity.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energy offers a powerful alternative to traditional energy sources.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3737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Solar Energy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panels are the essential components for converting sunlight into electricity.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Sunlight is the primary source of the energy.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process allows us to generate clean, renewable power.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3737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Advantages and Dependencies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energy is a renewable resource.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helps reduce dependence on fossil fuels.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depends on three key factors: sunlight availability, weather conditions, and panel efficiency.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3737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Applications of Solar Power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 power can be applied across various sectors.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includes residential homes.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also widely utilized in schools and businesses.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3737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Local Vision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Solar Energy: Powering Our Future</dc:title>
  <dc:subject>AI-generated presentation</dc:subject>
  <dc:creator>Local Vision AI</dc:creator>
  <cp:lastModifiedBy>Local Vision AI</cp:lastModifiedBy>
  <cp:revision>1</cp:revision>
  <dcterms:created xsi:type="dcterms:W3CDTF">2026-10-23T14:59:20Z</dcterms:created>
  <dcterms:modified xsi:type="dcterms:W3CDTF">2026-10-23T14:59:20Z</dcterms:modified>
</cp:coreProperties>
</file>